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6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" name="Google Shape;11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6" name="Google Shape;1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b73e9bc0e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b73e9bc0e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3ab73e9bc0e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" name="Google Shape;1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6" name="Google Shape;17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b73e9bc0e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ab73e9bc0e_0_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g3ab73e9bc0e_0_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b73e9bc0e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ab73e9bc0e_0_1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g3ab73e9bc0e_0_10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53" name="Google Shape;53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pic>
        <p:nvPicPr>
          <p:cNvPr id="13" name="Google Shape;13;p1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15" name="Google Shape;15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jp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jp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nebras.depi@gmail.com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5045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50" dirty="0">
                <a:solidFill>
                  <a:srgbClr val="74767D"/>
                </a:solidFill>
                <a:latin typeface="Arial"/>
                <a:ea typeface="Arial"/>
                <a:cs typeface="Arial"/>
                <a:sym typeface="Arial"/>
              </a:rPr>
              <a:t>Nebras: AI Medical Chatbot</a:t>
            </a:r>
            <a:endParaRPr dirty="0"/>
          </a:p>
        </p:txBody>
      </p:sp>
      <p:sp>
        <p:nvSpPr>
          <p:cNvPr id="106" name="Google Shape;106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2590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>
                <a:solidFill>
                  <a:srgbClr val="3D3E44"/>
                </a:solidFill>
                <a:latin typeface="Arial"/>
                <a:ea typeface="Arial"/>
                <a:cs typeface="Arial"/>
                <a:sym typeface="Arial"/>
              </a:rPr>
              <a:t>Revolutionizing healthcare access with personalized, AI-powered guidance.</a:t>
            </a:r>
            <a:endParaRPr sz="1750">
              <a:solidFill>
                <a:srgbClr val="3D3E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sp>
        <p:nvSpPr>
          <p:cNvPr id="107" name="Google Shape;10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30/11/2025</a:t>
            </a:r>
            <a:endParaRPr dirty="0"/>
          </a:p>
        </p:txBody>
      </p:sp>
      <p:sp>
        <p:nvSpPr>
          <p:cNvPr id="108" name="Google Shape;108;p1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b="1" dirty="0">
                <a:solidFill>
                  <a:srgbClr val="74767D"/>
                </a:solidFill>
                <a:latin typeface="Arial"/>
                <a:ea typeface="Arial"/>
                <a:cs typeface="Arial"/>
                <a:sym typeface="Arial"/>
              </a:rPr>
              <a:t>Nebras</a:t>
            </a:r>
            <a:endParaRPr dirty="0"/>
          </a:p>
        </p:txBody>
      </p:sp>
      <p:sp>
        <p:nvSpPr>
          <p:cNvPr id="109" name="Google Shape;10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110" name="Google Shape;110;p14" title="downloa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title="WhatsApp Image 2025-11-29 at 6.58.52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59950" y="6354235"/>
            <a:ext cx="1421533" cy="36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 txBox="1">
            <a:spLocks noGrp="1"/>
          </p:cNvSpPr>
          <p:nvPr>
            <p:ph type="title"/>
          </p:nvPr>
        </p:nvSpPr>
        <p:spPr>
          <a:xfrm>
            <a:off x="4876800" y="1285875"/>
            <a:ext cx="6559550" cy="444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985"/>
              <a:buFont typeface="Arial"/>
              <a:buNone/>
            </a:pPr>
            <a:r>
              <a:rPr lang="en-US" sz="3550" b="1" dirty="0">
                <a:solidFill>
                  <a:srgbClr val="74767D"/>
                </a:solidFill>
                <a:latin typeface="Arial"/>
                <a:ea typeface="Arial"/>
                <a:cs typeface="Arial"/>
                <a:sym typeface="Arial"/>
              </a:rPr>
              <a:t>Introducing Nebras: Our Solution</a:t>
            </a:r>
            <a:endParaRPr sz="3550" b="1" dirty="0">
              <a:solidFill>
                <a:srgbClr val="7476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985"/>
              <a:buFont typeface="Arial"/>
              <a:buNone/>
            </a:pPr>
            <a:endParaRPr sz="3550" dirty="0">
              <a:solidFill>
                <a:srgbClr val="7476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rPr lang="en-US" sz="1750" dirty="0">
                <a:solidFill>
                  <a:srgbClr val="3D3E44"/>
                </a:solidFill>
                <a:latin typeface="Arial"/>
                <a:ea typeface="Arial"/>
                <a:cs typeface="Arial"/>
                <a:sym typeface="Arial"/>
              </a:rPr>
              <a:t>Nebras is an AI-powered medical chatbot designed to provide reliable, context-aware responses to health queries, symptom checks, and general wellness information. It leverages NLP and Generative AI to simulate human-like conversations, offering instant, accurate support. Nebras acts as a smart assistant, not a doctor replacement.</a:t>
            </a:r>
            <a:endParaRPr sz="1750" dirty="0">
              <a:solidFill>
                <a:srgbClr val="3D3E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985"/>
              <a:buFont typeface="Arial"/>
              <a:buNone/>
            </a:pPr>
            <a:endParaRPr sz="3550" dirty="0">
              <a:solidFill>
                <a:srgbClr val="7476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dirty="0"/>
          </a:p>
        </p:txBody>
      </p:sp>
      <p:sp>
        <p:nvSpPr>
          <p:cNvPr id="117" name="Google Shape;11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30/11/2025</a:t>
            </a:r>
            <a:endParaRPr dirty="0"/>
          </a:p>
        </p:txBody>
      </p:sp>
      <p:sp>
        <p:nvSpPr>
          <p:cNvPr id="118" name="Google Shape;118;p1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b="1" dirty="0">
                <a:solidFill>
                  <a:srgbClr val="74767D"/>
                </a:solidFill>
                <a:latin typeface="Arial"/>
                <a:ea typeface="Arial"/>
                <a:cs typeface="Arial"/>
                <a:sym typeface="Arial"/>
              </a:rPr>
              <a:t>Nebras</a:t>
            </a:r>
            <a:endParaRPr dirty="0"/>
          </a:p>
        </p:txBody>
      </p:sp>
      <p:sp>
        <p:nvSpPr>
          <p:cNvPr id="119" name="Google Shape;11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20" name="Google Shape;120;p15"/>
          <p:cNvPicPr preferRelativeResize="0"/>
          <p:nvPr/>
        </p:nvPicPr>
        <p:blipFill rotWithShape="1">
          <a:blip r:embed="rId3">
            <a:alphaModFix/>
          </a:blip>
          <a:srcRect l="1559" r="1569"/>
          <a:stretch/>
        </p:blipFill>
        <p:spPr>
          <a:xfrm>
            <a:off x="1016517" y="2063376"/>
            <a:ext cx="2646000" cy="2731200"/>
          </a:xfrm>
          <a:prstGeom prst="ellipse">
            <a:avLst/>
          </a:prstGeom>
          <a:noFill/>
          <a:ln w="63500" cap="rnd" cmpd="sng">
            <a:solidFill>
              <a:srgbClr val="336EA8"/>
            </a:solidFill>
            <a:prstDash val="solid"/>
            <a:round/>
            <a:headEnd type="none" w="sm" len="sm"/>
            <a:tailEnd type="none" w="sm" len="sm"/>
          </a:ln>
          <a:effectLst>
            <a:outerShdw blurRad="381000" dist="292100" dir="5400000" sx="-80000" sy="-18000" rotWithShape="0">
              <a:srgbClr val="000000">
                <a:alpha val="21568"/>
              </a:srgbClr>
            </a:outerShdw>
          </a:effectLst>
        </p:spPr>
      </p:pic>
      <p:sp>
        <p:nvSpPr>
          <p:cNvPr id="121" name="Google Shape;121;p15"/>
          <p:cNvSpPr/>
          <p:nvPr/>
        </p:nvSpPr>
        <p:spPr>
          <a:xfrm rot="5400000">
            <a:off x="-965997" y="4069881"/>
            <a:ext cx="1942680" cy="1469097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94B9D6"/>
          </a:solidFill>
          <a:ln w="12700" cap="flat" cmpd="sng">
            <a:solidFill>
              <a:srgbClr val="94B9D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15" title="downloa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title="WhatsApp Image 2025-11-29 at 6.58.52 PM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59950" y="6354235"/>
            <a:ext cx="1421533" cy="36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>
            <a:spLocks noGrp="1"/>
          </p:cNvSpPr>
          <p:nvPr>
            <p:ph type="title"/>
          </p:nvPr>
        </p:nvSpPr>
        <p:spPr>
          <a:xfrm>
            <a:off x="4876800" y="1285875"/>
            <a:ext cx="6559550" cy="444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985"/>
              <a:buFont typeface="Arial"/>
              <a:buNone/>
            </a:pPr>
            <a:endParaRPr sz="3550">
              <a:solidFill>
                <a:srgbClr val="7476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985"/>
              <a:buFont typeface="Arial"/>
              <a:buNone/>
            </a:pPr>
            <a:endParaRPr sz="3550">
              <a:solidFill>
                <a:srgbClr val="7476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985"/>
              <a:buFont typeface="Arial"/>
              <a:buNone/>
            </a:pPr>
            <a:endParaRPr sz="3550">
              <a:solidFill>
                <a:srgbClr val="7476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lang="en-US" sz="2300" b="1">
                <a:latin typeface="Arial"/>
                <a:ea typeface="Arial"/>
                <a:cs typeface="Arial"/>
                <a:sym typeface="Arial"/>
              </a:rPr>
              <a:t>Project Idea: Bridging Healthcare Gaps</a:t>
            </a:r>
            <a:endParaRPr sz="3550">
              <a:solidFill>
                <a:srgbClr val="7476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US" sz="2200" b="1">
                <a:solidFill>
                  <a:srgbClr val="3D3E44"/>
                </a:solidFill>
                <a:latin typeface="Arial"/>
                <a:ea typeface="Arial"/>
                <a:cs typeface="Arial"/>
                <a:sym typeface="Arial"/>
              </a:rPr>
              <a:t>Problem:</a:t>
            </a:r>
            <a:r>
              <a:rPr lang="en-US" sz="2200">
                <a:solidFill>
                  <a:srgbClr val="3D3E44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750">
                <a:solidFill>
                  <a:srgbClr val="3D3E44"/>
                </a:solidFill>
                <a:latin typeface="Arial"/>
                <a:ea typeface="Arial"/>
                <a:cs typeface="Arial"/>
                <a:sym typeface="Arial"/>
              </a:rPr>
              <a:t>Patients face limited access to timely medical guidance due to staff shortages and long waiting times.</a:t>
            </a:r>
            <a:endParaRPr sz="1750">
              <a:solidFill>
                <a:srgbClr val="3D3E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endParaRPr sz="1750">
              <a:solidFill>
                <a:srgbClr val="3D3E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endParaRPr sz="2200">
              <a:solidFill>
                <a:srgbClr val="3D3E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US" sz="2200" b="1">
                <a:solidFill>
                  <a:srgbClr val="3D3E44"/>
                </a:solidFill>
                <a:latin typeface="Arial"/>
                <a:ea typeface="Arial"/>
                <a:cs typeface="Arial"/>
                <a:sym typeface="Arial"/>
              </a:rPr>
              <a:t>Our solution:</a:t>
            </a:r>
            <a:r>
              <a:rPr lang="en-US" sz="2200">
                <a:solidFill>
                  <a:srgbClr val="3D3E4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50">
                <a:solidFill>
                  <a:srgbClr val="3D3E44"/>
                </a:solidFill>
                <a:latin typeface="Arial"/>
                <a:ea typeface="Arial"/>
                <a:cs typeface="Arial"/>
                <a:sym typeface="Arial"/>
              </a:rPr>
              <a:t>"Nebras" offers personalized, AI-powered responses for health queries and symptom checks 24/7.</a:t>
            </a:r>
            <a:endParaRPr sz="1750">
              <a:solidFill>
                <a:srgbClr val="3D3E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endParaRPr sz="1750">
              <a:solidFill>
                <a:srgbClr val="3D3E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endParaRPr sz="1750">
              <a:solidFill>
                <a:srgbClr val="3D3E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US" sz="2200" b="1">
                <a:solidFill>
                  <a:srgbClr val="3D3E44"/>
                </a:solidFill>
                <a:latin typeface="Arial"/>
                <a:ea typeface="Arial"/>
                <a:cs typeface="Arial"/>
                <a:sym typeface="Arial"/>
              </a:rPr>
              <a:t>Unique Value: </a:t>
            </a:r>
            <a:r>
              <a:rPr lang="en-US" sz="1750">
                <a:solidFill>
                  <a:srgbClr val="3D3E44"/>
                </a:solidFill>
                <a:latin typeface="Arial"/>
                <a:ea typeface="Arial"/>
                <a:cs typeface="Arial"/>
                <a:sym typeface="Arial"/>
              </a:rPr>
              <a:t>Provides instant, reliable, and empathetic information, acting as a smart assistant, not a doctor replacement.</a:t>
            </a:r>
            <a:endParaRPr sz="1750">
              <a:solidFill>
                <a:srgbClr val="3D3E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endParaRPr sz="1750">
              <a:solidFill>
                <a:srgbClr val="3D3E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endParaRPr sz="1750">
              <a:solidFill>
                <a:srgbClr val="3D3E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endParaRPr sz="2200">
              <a:solidFill>
                <a:srgbClr val="3D3E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endParaRPr sz="1750">
              <a:solidFill>
                <a:srgbClr val="3D3E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endParaRPr sz="2200">
              <a:solidFill>
                <a:srgbClr val="3D3E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985"/>
              <a:buFont typeface="Arial"/>
              <a:buNone/>
            </a:pPr>
            <a:endParaRPr sz="3550">
              <a:solidFill>
                <a:srgbClr val="7476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/>
          </a:p>
        </p:txBody>
      </p:sp>
      <p:sp>
        <p:nvSpPr>
          <p:cNvPr id="129" name="Google Shape;12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30/11/2025</a:t>
            </a:r>
            <a:endParaRPr dirty="0"/>
          </a:p>
        </p:txBody>
      </p:sp>
      <p:sp>
        <p:nvSpPr>
          <p:cNvPr id="130" name="Google Shape;130;p1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b="1" dirty="0">
                <a:solidFill>
                  <a:srgbClr val="74767D"/>
                </a:solidFill>
                <a:latin typeface="Arial"/>
                <a:ea typeface="Arial"/>
                <a:cs typeface="Arial"/>
                <a:sym typeface="Arial"/>
              </a:rPr>
              <a:t>Nebras</a:t>
            </a:r>
            <a:endParaRPr dirty="0"/>
          </a:p>
        </p:txBody>
      </p:sp>
      <p:sp>
        <p:nvSpPr>
          <p:cNvPr id="131" name="Google Shape;13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32" name="Google Shape;13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7763" y="1677910"/>
            <a:ext cx="3913971" cy="314580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  <p:pic>
        <p:nvPicPr>
          <p:cNvPr id="133" name="Google Shape;133;p16" title="downloa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500" y="1677900"/>
            <a:ext cx="3780550" cy="3027250"/>
          </a:xfrm>
          <a:prstGeom prst="rect">
            <a:avLst/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"/>
            <a:headEnd type="none" w="sm" len="sm"/>
            <a:tailEnd type="none" w="sm" len="sm"/>
          </a:ln>
          <a:effectLst>
            <a:reflection stA="28000" endPos="28000" dist="5000" dir="5400000" fadeDir="5400012" sy="-100000" algn="bl" rotWithShape="0"/>
          </a:effectLst>
        </p:spPr>
      </p:pic>
      <p:pic>
        <p:nvPicPr>
          <p:cNvPr id="135" name="Google Shape;135;p16" title="WhatsApp Image 2025-11-29 at 6.58.52 PM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59950" y="6354235"/>
            <a:ext cx="1421533" cy="36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>
            <a:spLocks noGrp="1"/>
          </p:cNvSpPr>
          <p:nvPr>
            <p:ph type="title"/>
          </p:nvPr>
        </p:nvSpPr>
        <p:spPr>
          <a:xfrm>
            <a:off x="471350" y="1039298"/>
            <a:ext cx="10515600" cy="742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300" b="1">
                <a:latin typeface="Arial"/>
                <a:ea typeface="Arial"/>
                <a:cs typeface="Arial"/>
                <a:sym typeface="Arial"/>
              </a:rPr>
              <a:t>Project Wireframe: User Journey</a:t>
            </a:r>
            <a:endParaRPr sz="3350">
              <a:solidFill>
                <a:srgbClr val="7476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591050" y="1782100"/>
            <a:ext cx="103527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Our wireframe focuses on a seamless user experience, guiding patients from onboarding through core features like symptom checking and information retrieval.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52175" y="2514250"/>
            <a:ext cx="10291500" cy="36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US" sz="1700" b="1" dirty="0">
                <a:solidFill>
                  <a:schemeClr val="dk1"/>
                </a:solidFill>
              </a:rPr>
              <a:t>Onboarding</a:t>
            </a:r>
            <a:endParaRPr sz="1700" b="1" dirty="0"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1"/>
                </a:solidFill>
              </a:rPr>
              <a:t>Quick setup and profile creation.</a:t>
            </a:r>
            <a:endParaRPr sz="1700" dirty="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US" sz="1700" b="1" dirty="0">
                <a:solidFill>
                  <a:schemeClr val="dk1"/>
                </a:solidFill>
              </a:rPr>
              <a:t>Query Input</a:t>
            </a:r>
            <a:endParaRPr sz="1700" b="1" dirty="0"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1"/>
                </a:solidFill>
              </a:rPr>
              <a:t>Easy text or voice input for medical questions.</a:t>
            </a:r>
            <a:endParaRPr sz="1700" dirty="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US" sz="1700" b="1" dirty="0">
                <a:solidFill>
                  <a:schemeClr val="dk1"/>
                </a:solidFill>
              </a:rPr>
              <a:t>Symptom Check</a:t>
            </a:r>
            <a:endParaRPr sz="1700" b="1" dirty="0"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1"/>
                </a:solidFill>
              </a:rPr>
              <a:t>Guided process for symptom assessment.</a:t>
            </a:r>
            <a:endParaRPr sz="1700" dirty="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US" sz="1700" b="1" dirty="0">
                <a:solidFill>
                  <a:schemeClr val="dk1"/>
                </a:solidFill>
              </a:rPr>
              <a:t>Information Retrieval</a:t>
            </a:r>
            <a:endParaRPr sz="1700" b="1" dirty="0"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700" dirty="0">
                <a:solidFill>
                  <a:schemeClr val="dk1"/>
                </a:solidFill>
              </a:rPr>
              <a:t>Access to curated health data and wellness tips.</a:t>
            </a:r>
            <a:endParaRPr sz="1700" dirty="0">
              <a:solidFill>
                <a:schemeClr val="dk1"/>
              </a:solidFill>
            </a:endParaRPr>
          </a:p>
        </p:txBody>
      </p:sp>
      <p:pic>
        <p:nvPicPr>
          <p:cNvPr id="145" name="Google Shape;145;p17" title="WhatsApp Image 2025-11-29 at 6.58.52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59950" y="6354235"/>
            <a:ext cx="1421533" cy="36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30/11/2025</a:t>
            </a:r>
            <a:endParaRPr dirty="0"/>
          </a:p>
        </p:txBody>
      </p:sp>
      <p:sp>
        <p:nvSpPr>
          <p:cNvPr id="151" name="Google Shape;151;p1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53" name="Google Shape;153;p18" title="downloa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838200" y="1182050"/>
            <a:ext cx="49899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End Users + Features</a:t>
            </a:r>
            <a:endParaRPr sz="2300" b="1">
              <a:solidFill>
                <a:schemeClr val="dk1"/>
              </a:solidFill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880350" y="1720850"/>
            <a:ext cx="3959400" cy="20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Key Features</a:t>
            </a:r>
            <a:endParaRPr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AI-driven medical inquiry answering.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24/7 automated FAQ and symptom triage.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Secure integration with JSON medical datasets.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Continuous performance improvement via feedback.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6" name="Google Shape;15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0350" y="3696325"/>
            <a:ext cx="4463075" cy="256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6919125" y="1797300"/>
            <a:ext cx="4707300" cy="16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</a:rPr>
              <a:t>Primary User Personas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Patients seeking quick health answers.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Healthcare staff needing quick information retrieval.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Individuals interested in general wellness.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58" name="Google Shape;158;p18"/>
          <p:cNvPicPr preferRelativeResize="0"/>
          <p:nvPr/>
        </p:nvPicPr>
        <p:blipFill rotWithShape="1">
          <a:blip r:embed="rId5">
            <a:alphaModFix/>
          </a:blip>
          <a:srcRect t="-3360" b="3359"/>
          <a:stretch/>
        </p:blipFill>
        <p:spPr>
          <a:xfrm>
            <a:off x="7366825" y="3761750"/>
            <a:ext cx="3546200" cy="241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title="WhatsApp Image 2025-11-29 at 6.58.52 PM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59950" y="6354235"/>
            <a:ext cx="1421533" cy="36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>
            <a:spLocks noGrp="1"/>
          </p:cNvSpPr>
          <p:nvPr>
            <p:ph type="body" idx="1"/>
          </p:nvPr>
        </p:nvSpPr>
        <p:spPr>
          <a:xfrm>
            <a:off x="838200" y="1132700"/>
            <a:ext cx="7170600" cy="4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US" sz="1800" b="1">
                <a:latin typeface="Arial"/>
                <a:ea typeface="Arial"/>
                <a:cs typeface="Arial"/>
                <a:sym typeface="Arial"/>
              </a:rPr>
              <a:t>Programming Languages + Frameworks</a:t>
            </a:r>
            <a:endParaRPr sz="1800" b="1">
              <a:latin typeface="Arial"/>
              <a:ea typeface="Arial"/>
              <a:cs typeface="Arial"/>
              <a:sym typeface="Arial"/>
            </a:endParaRPr>
          </a:p>
          <a:p>
            <a:pPr marL="228600" lvl="0" indent="-50800" algn="l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</a:pPr>
            <a:endParaRPr sz="1800"/>
          </a:p>
        </p:txBody>
      </p:sp>
      <p:sp>
        <p:nvSpPr>
          <p:cNvPr id="165" name="Google Shape;16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30/11/2025</a:t>
            </a:r>
            <a:endParaRPr dirty="0"/>
          </a:p>
        </p:txBody>
      </p:sp>
      <p:sp>
        <p:nvSpPr>
          <p:cNvPr id="166" name="Google Shape;166;p1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b="1" dirty="0">
                <a:solidFill>
                  <a:srgbClr val="74767D"/>
                </a:solidFill>
                <a:latin typeface="Arial"/>
                <a:ea typeface="Arial"/>
                <a:cs typeface="Arial"/>
                <a:sym typeface="Arial"/>
              </a:rPr>
              <a:t>Nebras</a:t>
            </a:r>
            <a:endParaRPr dirty="0"/>
          </a:p>
        </p:txBody>
      </p:sp>
      <p:sp>
        <p:nvSpPr>
          <p:cNvPr id="167" name="Google Shape;16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68" name="Google Shape;168;p19" title="downloa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838200" y="1576700"/>
            <a:ext cx="9983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Our project leverages a robust tech stack to ensure high performance, scalability, and efficient development.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838200" y="2051825"/>
            <a:ext cx="7425300" cy="21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Python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Primary language for AI/ML development.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Hugging Face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Transformers for advanced NLP models.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838200" y="3882468"/>
            <a:ext cx="6926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Data Structure: Secure &amp; Integrated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838200" y="4453100"/>
            <a:ext cx="5662500" cy="21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dk1"/>
                </a:solidFill>
              </a:rPr>
              <a:t>Data Collection</a:t>
            </a:r>
            <a:endParaRPr sz="17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1"/>
                </a:solidFill>
              </a:rPr>
              <a:t>Curated healthcare data from reliable sources.</a:t>
            </a: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dk1"/>
                </a:solidFill>
              </a:rPr>
              <a:t>JSON Storage</a:t>
            </a:r>
            <a:endParaRPr sz="17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1"/>
                </a:solidFill>
              </a:rPr>
              <a:t>Structured storage for medical information.</a:t>
            </a: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 dirty="0">
              <a:solidFill>
                <a:schemeClr val="dk1"/>
              </a:solidFill>
            </a:endParaRPr>
          </a:p>
        </p:txBody>
      </p:sp>
      <p:pic>
        <p:nvPicPr>
          <p:cNvPr id="173" name="Google Shape;173;p19" title="WhatsApp Image 2025-11-29 at 6.58.52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59950" y="6354235"/>
            <a:ext cx="1421533" cy="36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238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Unit Testing</a:t>
            </a:r>
            <a:endParaRPr sz="1500" b="1">
              <a:latin typeface="Arial"/>
              <a:ea typeface="Arial"/>
              <a:cs typeface="Arial"/>
              <a:sym typeface="Arial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Ensuring individual components function correctly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Integration Testing</a:t>
            </a:r>
            <a:endParaRPr sz="1500" b="1">
              <a:latin typeface="Arial"/>
              <a:ea typeface="Arial"/>
              <a:cs typeface="Arial"/>
              <a:sym typeface="Arial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Verifying seamless interaction between modules.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User Testing</a:t>
            </a:r>
            <a:endParaRPr sz="1500" b="1">
              <a:latin typeface="Arial"/>
              <a:ea typeface="Arial"/>
              <a:cs typeface="Arial"/>
              <a:sym typeface="Arial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Gathering feedback for usability and response quality.</a:t>
            </a:r>
            <a:endParaRPr sz="3200"/>
          </a:p>
        </p:txBody>
      </p:sp>
      <p:sp>
        <p:nvSpPr>
          <p:cNvPr id="179" name="Google Shape;179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30/11/2025</a:t>
            </a:r>
            <a:endParaRPr dirty="0"/>
          </a:p>
        </p:txBody>
      </p:sp>
      <p:sp>
        <p:nvSpPr>
          <p:cNvPr id="180" name="Google Shape;180;p2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b="1" dirty="0">
                <a:solidFill>
                  <a:srgbClr val="74767D"/>
                </a:solidFill>
                <a:latin typeface="Arial"/>
                <a:ea typeface="Arial"/>
                <a:cs typeface="Arial"/>
                <a:sym typeface="Arial"/>
              </a:rPr>
              <a:t>Nebras</a:t>
            </a:r>
            <a:endParaRPr dirty="0"/>
          </a:p>
        </p:txBody>
      </p:sp>
      <p:sp>
        <p:nvSpPr>
          <p:cNvPr id="181" name="Google Shape;181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82" name="Google Shape;182;p20" title="downloa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838200" y="1253400"/>
            <a:ext cx="57849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Live Application + Testing</a:t>
            </a:r>
            <a:endParaRPr sz="2300" b="1">
              <a:solidFill>
                <a:schemeClr val="dk1"/>
              </a:solidFill>
            </a:endParaRPr>
          </a:p>
        </p:txBody>
      </p:sp>
      <p:pic>
        <p:nvPicPr>
          <p:cNvPr id="184" name="Google Shape;184;p20" title="WhatsApp Image 2025-11-29 at 6.58.52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59950" y="6354235"/>
            <a:ext cx="1421533" cy="36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30/11/2025</a:t>
            </a:r>
            <a:endParaRPr dirty="0"/>
          </a:p>
        </p:txBody>
      </p:sp>
      <p:sp>
        <p:nvSpPr>
          <p:cNvPr id="190" name="Google Shape;190;p2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b="1" dirty="0">
                <a:solidFill>
                  <a:srgbClr val="74767D"/>
                </a:solidFill>
                <a:latin typeface="Arial"/>
                <a:ea typeface="Arial"/>
                <a:cs typeface="Arial"/>
                <a:sym typeface="Arial"/>
              </a:rPr>
              <a:t>Nebras</a:t>
            </a:r>
            <a:endParaRPr dirty="0"/>
          </a:p>
        </p:txBody>
      </p:sp>
      <p:sp>
        <p:nvSpPr>
          <p:cNvPr id="191" name="Google Shape;19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92" name="Google Shape;192;p21" title="downloa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838200" y="1263575"/>
            <a:ext cx="84852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Deliverables: Comprehensive Documentation</a:t>
            </a:r>
            <a:endParaRPr sz="2300" b="1">
              <a:solidFill>
                <a:schemeClr val="dk1"/>
              </a:solidFill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838200" y="1915750"/>
            <a:ext cx="88419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We are committed to providing thorough documentation and a fully functional application by the project's conclusion.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880350" y="2626350"/>
            <a:ext cx="7474800" cy="25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 b="1">
                <a:solidFill>
                  <a:schemeClr val="dk1"/>
                </a:solidFill>
              </a:rPr>
              <a:t>Final Report</a:t>
            </a:r>
            <a:endParaRPr sz="2000" b="1"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Detailed overview of project, methodologies, and results.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 b="1">
                <a:solidFill>
                  <a:schemeClr val="dk1"/>
                </a:solidFill>
              </a:rPr>
              <a:t>Source Code</a:t>
            </a:r>
            <a:endParaRPr sz="2000" b="1"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Well-documented and organized code repository.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>
              <a:solidFill>
                <a:schemeClr val="dk1"/>
              </a:solidFill>
            </a:endParaRPr>
          </a:p>
        </p:txBody>
      </p:sp>
      <p:pic>
        <p:nvPicPr>
          <p:cNvPr id="196" name="Google Shape;196;p21" title="WhatsApp Image 2025-11-29 at 6.58.52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59950" y="6354235"/>
            <a:ext cx="1421533" cy="36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641975" y="1294125"/>
            <a:ext cx="77847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Project Team + Roles</a:t>
            </a:r>
            <a:endParaRPr sz="2300" b="1">
              <a:solidFill>
                <a:schemeClr val="dk1"/>
              </a:solidFill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641975" y="1925950"/>
            <a:ext cx="10128300" cy="43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 b="1">
                <a:solidFill>
                  <a:schemeClr val="dk1"/>
                </a:solidFill>
              </a:rPr>
              <a:t>Nader Salama</a:t>
            </a:r>
            <a:endParaRPr sz="1200" b="1"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Team Leader / Lead ML Engineer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 b="1">
                <a:solidFill>
                  <a:schemeClr val="dk1"/>
                </a:solidFill>
              </a:rPr>
              <a:t>Ahmed Hesham</a:t>
            </a:r>
            <a:endParaRPr sz="1200" b="1"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Data Engineer &amp; Backend Developer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 b="1">
                <a:solidFill>
                  <a:schemeClr val="dk1"/>
                </a:solidFill>
              </a:rPr>
              <a:t>Hamdy Waleed</a:t>
            </a:r>
            <a:endParaRPr sz="1200" b="1"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Frontend &amp; API Integration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 b="1">
                <a:solidFill>
                  <a:schemeClr val="dk1"/>
                </a:solidFill>
              </a:rPr>
              <a:t>Nada Hamoda</a:t>
            </a:r>
            <a:endParaRPr sz="1200" b="1"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NLP Engineer / Model Training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 b="1">
                <a:solidFill>
                  <a:schemeClr val="dk1"/>
                </a:solidFill>
              </a:rPr>
              <a:t>Nooran Ali</a:t>
            </a:r>
            <a:endParaRPr sz="1200" b="1"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Documentation &amp; Quality Assurance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 b="1">
                <a:solidFill>
                  <a:schemeClr val="dk1"/>
                </a:solidFill>
              </a:rPr>
              <a:t>Israa Abdulmohsen</a:t>
            </a:r>
            <a:endParaRPr sz="1200" b="1"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Data Preprocessing &amp; Evaluation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05" name="Google Shape;205;p22" title="WhatsApp Image 2025-11-29 at 6.58.52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59950" y="6354235"/>
            <a:ext cx="1421533" cy="36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12" name="Google Shape;212;p23"/>
          <p:cNvSpPr txBox="1"/>
          <p:nvPr/>
        </p:nvSpPr>
        <p:spPr>
          <a:xfrm>
            <a:off x="713316" y="1273784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Thank You!</a:t>
            </a:r>
            <a:endParaRPr sz="2300" b="1">
              <a:solidFill>
                <a:schemeClr val="dk1"/>
              </a:solidFill>
            </a:endParaRPr>
          </a:p>
        </p:txBody>
      </p:sp>
      <p:sp>
        <p:nvSpPr>
          <p:cNvPr id="213" name="Google Shape;213;p23"/>
          <p:cNvSpPr txBox="1"/>
          <p:nvPr/>
        </p:nvSpPr>
        <p:spPr>
          <a:xfrm>
            <a:off x="713324" y="1946325"/>
            <a:ext cx="8422129" cy="184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dk1"/>
                </a:solidFill>
              </a:rPr>
              <a:t>Contact Us</a:t>
            </a:r>
            <a:endParaRPr sz="2200" b="1" dirty="0">
              <a:solidFill>
                <a:schemeClr val="dk1"/>
              </a:solidFill>
            </a:endParaRPr>
          </a:p>
          <a:p>
            <a:pPr lvl="0">
              <a:lnSpc>
                <a:spcPct val="115000"/>
              </a:lnSpc>
              <a:spcBef>
                <a:spcPts val="1200"/>
              </a:spcBef>
            </a:pPr>
            <a:r>
              <a:rPr lang="en-US" sz="2400" dirty="0">
                <a:hlinkClick r:id="rId3"/>
              </a:rPr>
              <a:t>nebras.depi@gmail.com</a:t>
            </a:r>
            <a:endParaRPr lang="ar-EG" sz="2400" dirty="0"/>
          </a:p>
          <a:p>
            <a:pPr lvl="0">
              <a:lnSpc>
                <a:spcPct val="115000"/>
              </a:lnSpc>
              <a:spcBef>
                <a:spcPts val="1200"/>
              </a:spcBef>
            </a:pPr>
            <a:r>
              <a:rPr lang="en-US" sz="2200" u="sng" dirty="0">
                <a:solidFill>
                  <a:schemeClr val="hlink"/>
                </a:solidFill>
              </a:rPr>
              <a:t>https://github.com/Thexunique/Nebras-your-Personalized-Chatbot</a:t>
            </a:r>
            <a:endParaRPr sz="2200" u="sng" dirty="0">
              <a:solidFill>
                <a:schemeClr val="hlink"/>
              </a:solidFill>
            </a:endParaRPr>
          </a:p>
        </p:txBody>
      </p:sp>
      <p:pic>
        <p:nvPicPr>
          <p:cNvPr id="214" name="Google Shape;214;p23" title="WhatsApp Image 2025-11-29 at 6.58.52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59950" y="6354235"/>
            <a:ext cx="1421533" cy="36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482</Words>
  <Application>Microsoft Office PowerPoint</Application>
  <PresentationFormat>Widescreen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Nebras: AI Medical Chatbot</vt:lpstr>
      <vt:lpstr>Introducing Nebras: Our Solution  Nebras is an AI-powered medical chatbot designed to provide reliable, context-aware responses to health queries, symptom checks, and general wellness information. It leverages NLP and Generative AI to simulate human-like conversations, offering instant, accurate support. Nebras acts as a smart assistant, not a doctor replacement.  </vt:lpstr>
      <vt:lpstr>   Project Idea: Bridging Healthcare Gaps Problem: Patients face limited access to timely medical guidance due to staff shortages and long waiting times.   Our solution: "Nebras" offers personalized, AI-powered responses for health queries and symptom checks 24/7.   Unique Value: Provides instant, reliable, and empathetic information, acting as a smart assistant, not a doctor replacement.       </vt:lpstr>
      <vt:lpstr>Project Wireframe: User Journey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Nader Mohamed Elsaid Salama</cp:lastModifiedBy>
  <cp:revision>4</cp:revision>
  <dcterms:modified xsi:type="dcterms:W3CDTF">2025-11-29T18:57:06Z</dcterms:modified>
</cp:coreProperties>
</file>